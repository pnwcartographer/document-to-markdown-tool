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conversion accuracy metric - this is our key differentiator vs competitors. Mention the customer testimonials from beta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Q4 2025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Darksquare Engineering Division</a:t>
            </a:r>
          </a:p>
          <a:p>
            <a:r>
              <a:t>Presented by: Product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Achievements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Successfully launched Doc to Markdown v1.0</a:t>
            </a:r>
          </a:p>
          <a:p>
            <a:r>
              <a:t>Achieved 98.5% conversion accuracy across all formats</a:t>
            </a:r>
          </a:p>
          <a:p>
            <a:r>
              <a:t>Onboarded 500+ beta users with positive feedback</a:t>
            </a:r>
          </a:p>
          <a:p>
            <a:r>
              <a:t>Zero critical bugs in production release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Product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85800">
                <a:tc>
                  <a:txBody>
                    <a:bodyPr/>
                    <a:lstStyle/>
                    <a:p>
                      <a: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Growth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Doc to 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+45%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CloudSync 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$89,000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+22%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DataVault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$67,000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